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0" r:id="rId2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3" d="100"/>
          <a:sy n="163" d="100"/>
        </p:scale>
        <p:origin x="874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7295" y="252930"/>
            <a:ext cx="213804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347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‹N›</a:t>
            </a:fld>
            <a:r>
              <a:rPr spc="-65" dirty="0"/>
              <a:t>/19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347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‹N›</a:t>
            </a:fld>
            <a:r>
              <a:rPr spc="-65" dirty="0"/>
              <a:t>/19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347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‹N›</a:t>
            </a:fld>
            <a:r>
              <a:rPr spc="-65" dirty="0"/>
              <a:t>/19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347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‹N›</a:t>
            </a:fld>
            <a:r>
              <a:rPr spc="-65" dirty="0"/>
              <a:t>/19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‹N›</a:t>
            </a:fld>
            <a:r>
              <a:rPr spc="-65" dirty="0"/>
              <a:t>/19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5579" y="3"/>
            <a:ext cx="518378" cy="6170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7295" y="252930"/>
            <a:ext cx="2896870" cy="369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347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969261"/>
            <a:ext cx="4819015" cy="1357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21894" y="3016594"/>
            <a:ext cx="263525" cy="154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3F3F3F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dirty="0"/>
              <a:t>‹N›</a:t>
            </a:fld>
            <a:r>
              <a:rPr spc="-65" dirty="0"/>
              <a:t>/19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7295" y="252930"/>
            <a:ext cx="1055370" cy="369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39"/>
              </a:lnSpc>
              <a:spcBef>
                <a:spcPts val="135"/>
              </a:spcBef>
            </a:pPr>
            <a:r>
              <a:rPr sz="1400" b="1" spc="-130" dirty="0">
                <a:solidFill>
                  <a:srgbClr val="003476"/>
                </a:solidFill>
                <a:latin typeface="Tahoma"/>
                <a:cs typeface="Tahoma"/>
              </a:rPr>
              <a:t>Contour</a:t>
            </a:r>
            <a:r>
              <a:rPr sz="1400" b="1" spc="-4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1400" b="1" spc="-95" dirty="0">
                <a:solidFill>
                  <a:srgbClr val="003476"/>
                </a:solidFill>
                <a:latin typeface="Tahoma"/>
                <a:cs typeface="Tahoma"/>
              </a:rPr>
              <a:t>plots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040"/>
              </a:lnSpc>
            </a:pPr>
            <a:r>
              <a:rPr sz="900" dirty="0">
                <a:solidFill>
                  <a:srgbClr val="003476"/>
                </a:solidFill>
                <a:latin typeface="Tahoma"/>
                <a:cs typeface="Tahoma"/>
              </a:rPr>
              <a:t>3</a:t>
            </a:r>
            <a:r>
              <a:rPr sz="900" spc="20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003476"/>
                </a:solidFill>
                <a:latin typeface="Tahoma"/>
                <a:cs typeface="Tahoma"/>
              </a:rPr>
              <a:t>Results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321894" y="3016594"/>
            <a:ext cx="263525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65" smtClean="0"/>
              <a:t>1</a:t>
            </a:fld>
            <a:r>
              <a:rPr lang="it-IT" spc="-65" dirty="0"/>
              <a:t>5</a:t>
            </a:r>
            <a:r>
              <a:rPr spc="-65" dirty="0"/>
              <a:t>/19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95F7DC1E-638F-01E0-78D0-E95EF84C6243}"/>
              </a:ext>
            </a:extLst>
          </p:cNvPr>
          <p:cNvSpPr txBox="1"/>
          <p:nvPr/>
        </p:nvSpPr>
        <p:spPr>
          <a:xfrm>
            <a:off x="215900" y="2386936"/>
            <a:ext cx="2483472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it-IT" sz="1000" spc="-55" dirty="0">
                <a:solidFill>
                  <a:srgbClr val="003476"/>
                </a:solidFill>
                <a:latin typeface="Tahoma"/>
                <a:cs typeface="Tahoma"/>
              </a:rPr>
              <a:t>Clip:</a:t>
            </a:r>
            <a:r>
              <a:rPr lang="en-US" sz="1000" spc="-5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lang="en-US" sz="1050" i="1" spc="232" baseline="-11904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lang="en-US" sz="1000" spc="-50" dirty="0">
                <a:solidFill>
                  <a:srgbClr val="3F3F3F"/>
                </a:solidFill>
                <a:latin typeface="Tahoma"/>
                <a:cs typeface="Tahoma"/>
              </a:rPr>
              <a:t>Contour plot of the vorticity</a:t>
            </a:r>
            <a:r>
              <a:rPr lang="en-US" sz="1000" i="1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lang="en-US" sz="1000" spc="-50" dirty="0">
                <a:solidFill>
                  <a:srgbClr val="3F3F3F"/>
                </a:solidFill>
                <a:latin typeface="Tahoma"/>
                <a:cs typeface="Tahoma"/>
              </a:rPr>
              <a:t>for </a:t>
            </a:r>
            <a:r>
              <a:rPr lang="en-US" sz="1000" i="1" spc="-50" dirty="0">
                <a:solidFill>
                  <a:srgbClr val="3F3F3F"/>
                </a:solidFill>
                <a:latin typeface="Tahoma"/>
                <a:cs typeface="Tahoma"/>
              </a:rPr>
              <a:t>k-</a:t>
            </a:r>
            <a:r>
              <a:rPr lang="el-GR" sz="1000" i="1" spc="-50" dirty="0">
                <a:solidFill>
                  <a:srgbClr val="3F3F3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ω</a:t>
            </a:r>
            <a:r>
              <a:rPr lang="it-IT" sz="1000" i="1" spc="-50" dirty="0">
                <a:solidFill>
                  <a:srgbClr val="3F3F3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000" spc="-50" dirty="0">
                <a:solidFill>
                  <a:srgbClr val="3F3F3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27C9E448-69A1-4441-0646-C81945564FA9}"/>
              </a:ext>
            </a:extLst>
          </p:cNvPr>
          <p:cNvSpPr txBox="1"/>
          <p:nvPr/>
        </p:nvSpPr>
        <p:spPr>
          <a:xfrm>
            <a:off x="3066430" y="2382364"/>
            <a:ext cx="21437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it-IT" sz="1000" spc="-55" dirty="0">
                <a:solidFill>
                  <a:srgbClr val="003476"/>
                </a:solidFill>
                <a:latin typeface="Tahoma"/>
                <a:cs typeface="Tahoma"/>
              </a:rPr>
              <a:t>Clip:</a:t>
            </a:r>
            <a:r>
              <a:rPr lang="en-US" sz="1000" spc="-55" dirty="0">
                <a:solidFill>
                  <a:srgbClr val="003476"/>
                </a:solidFill>
                <a:latin typeface="Tahoma"/>
                <a:cs typeface="Tahoma"/>
              </a:rPr>
              <a:t> </a:t>
            </a:r>
            <a:r>
              <a:rPr lang="en-US" sz="1050" i="1" spc="232" baseline="-11904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lang="en-US" sz="1000" spc="-50" dirty="0">
                <a:solidFill>
                  <a:srgbClr val="3F3F3F"/>
                </a:solidFill>
                <a:latin typeface="Tahoma"/>
                <a:cs typeface="Tahoma"/>
              </a:rPr>
              <a:t>Contour plot of </a:t>
            </a:r>
            <a:r>
              <a:rPr lang="en-US" sz="1000" i="1" spc="-50" dirty="0">
                <a:solidFill>
                  <a:srgbClr val="3F3F3F"/>
                </a:solidFill>
                <a:latin typeface="Tahoma"/>
                <a:cs typeface="Tahoma"/>
              </a:rPr>
              <a:t>k  </a:t>
            </a:r>
            <a:r>
              <a:rPr lang="en-US" sz="1000" spc="-50" dirty="0">
                <a:solidFill>
                  <a:srgbClr val="3F3F3F"/>
                </a:solidFill>
                <a:latin typeface="Tahoma"/>
                <a:cs typeface="Tahoma"/>
              </a:rPr>
              <a:t>for </a:t>
            </a:r>
            <a:r>
              <a:rPr lang="en-US" sz="1000" i="1" spc="-50" dirty="0">
                <a:solidFill>
                  <a:srgbClr val="3F3F3F"/>
                </a:solidFill>
                <a:latin typeface="Tahoma"/>
                <a:cs typeface="Tahoma"/>
              </a:rPr>
              <a:t>k-</a:t>
            </a:r>
            <a:r>
              <a:rPr lang="el-GR" sz="1000" i="1" spc="-50" dirty="0">
                <a:solidFill>
                  <a:srgbClr val="3F3F3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ω</a:t>
            </a:r>
            <a:r>
              <a:rPr lang="it-IT" sz="1000" i="1" spc="-50" dirty="0">
                <a:solidFill>
                  <a:srgbClr val="3F3F3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000" spc="-50" dirty="0">
                <a:solidFill>
                  <a:srgbClr val="3F3F3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model.</a:t>
            </a:r>
            <a:endParaRPr sz="1000" dirty="0">
              <a:latin typeface="Tahoma"/>
              <a:cs typeface="Tahoma"/>
            </a:endParaRPr>
          </a:p>
        </p:txBody>
      </p:sp>
      <p:pic>
        <p:nvPicPr>
          <p:cNvPr id="10" name="animation-k">
            <a:hlinkClick r:id="" action="ppaction://media"/>
            <a:extLst>
              <a:ext uri="{FF2B5EF4-FFF2-40B4-BE49-F238E27FC236}">
                <a16:creationId xmlns:a16="http://schemas.microsoft.com/office/drawing/2014/main" id="{637C6653-3C9D-60EA-1790-6E9AC988A3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r="30176"/>
          <a:stretch>
            <a:fillRect/>
          </a:stretch>
        </p:blipFill>
        <p:spPr>
          <a:xfrm>
            <a:off x="2883095" y="925169"/>
            <a:ext cx="2823183" cy="1330325"/>
          </a:xfrm>
          <a:prstGeom prst="rect">
            <a:avLst/>
          </a:prstGeom>
        </p:spPr>
      </p:pic>
      <p:pic>
        <p:nvPicPr>
          <p:cNvPr id="11" name="animation-vorticity">
            <a:hlinkClick r:id="" action="ppaction://media"/>
            <a:extLst>
              <a:ext uri="{FF2B5EF4-FFF2-40B4-BE49-F238E27FC236}">
                <a16:creationId xmlns:a16="http://schemas.microsoft.com/office/drawing/2014/main" id="{29DCB061-E671-6143-E391-5C498CE0A64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r="35462"/>
          <a:stretch>
            <a:fillRect/>
          </a:stretch>
        </p:blipFill>
        <p:spPr>
          <a:xfrm>
            <a:off x="0" y="925168"/>
            <a:ext cx="2882706" cy="1330325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2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2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remove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30</Words>
  <Application>Microsoft Office PowerPoint</Application>
  <PresentationFormat>Personalizzato</PresentationFormat>
  <Paragraphs>5</Paragraphs>
  <Slides>1</Slides>
  <Notes>0</Notes>
  <HiddenSlides>0</HiddenSlides>
  <MMClips>2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Calibri</vt:lpstr>
      <vt:lpstr>Cambria</vt:lpstr>
      <vt:lpstr>Tahoma</vt:lpstr>
      <vt:lpstr>Office Theme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simulation around bluff body:  k- turbulence model</dc:title>
  <dc:creator>Maccarone Giovanna s349134, Morandi Simone Domenico s336974</dc:creator>
  <cp:lastModifiedBy>Morandi  Simone Domenico</cp:lastModifiedBy>
  <cp:revision>3</cp:revision>
  <dcterms:created xsi:type="dcterms:W3CDTF">2026-07-14T12:34:06Z</dcterms:created>
  <dcterms:modified xsi:type="dcterms:W3CDTF">2026-07-14T12:50:10Z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2026-07-14T00:00:00Z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2026-07-14T00:00:00Z</vt:filetime>
  </property>
  <property fmtid="{D5CDD505-2E9C-101B-9397-08002B2CF9AE}" pid="6" name="PTEX.Fullbanner">
    <vt:lpwstr>This is pdfTeX, Version 3.141592653-2.6-1.40.27 (TeX Live 2025) kpathsea version 6.4.1</vt:lpwstr>
  </property>
  <property fmtid="{D5CDD505-2E9C-101B-9397-08002B2CF9AE}" pid="7" name="Producer">
    <vt:lpwstr>pdfTeX-1.40.27</vt:lpwstr>
  </property>
</Properties>
</file>